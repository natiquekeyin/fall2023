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6" autoAdjust="0"/>
    <p:restoredTop sz="94660"/>
  </p:normalViewPr>
  <p:slideViewPr>
    <p:cSldViewPr snapToGrid="0">
      <p:cViewPr varScale="1">
        <p:scale>
          <a:sx n="77" d="100"/>
          <a:sy n="77" d="100"/>
        </p:scale>
        <p:origin x="15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284A420-F50C-4C2C-B88E-E6F4EF504B6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3A6D2E-5228-4998-9E24-EFCCA024675E}"/>
              </a:ext>
            </a:extLst>
          </p:cNvPr>
          <p:cNvSpPr/>
          <p:nvPr/>
        </p:nvSpPr>
        <p:spPr>
          <a:xfrm>
            <a:off x="0" y="-2"/>
            <a:ext cx="12188952" cy="3567547"/>
          </a:xfrm>
          <a:prstGeom prst="rect">
            <a:avLst/>
          </a:prstGeom>
          <a:ln>
            <a:noFill/>
          </a:ln>
          <a:effectLst>
            <a:outerShdw blurRad="228600" dist="152400" dir="54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D878C-9930-44AF-AE18-FCA0DAE10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802" y="852055"/>
            <a:ext cx="10380572" cy="2581463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2D608-1F8D-47BB-B595-43B7BEACA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802" y="3754582"/>
            <a:ext cx="10380572" cy="2244436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3C1DA-DAC9-422B-9450-54A7E03B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EE12-F28E-4B03-A404-A8FCAE0F6316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9A2B9-3E23-4C08-A5CE-69886121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2E61E-26F7-4369-8F2F-6D3CDF64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DB48DB-8E25-4F2F-8C02-5B793937255F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2BA7E3-7313-49C8-A245-A85BDEB13EB3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911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2CCA-8D32-44C3-809A-54D0245B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9041-349C-49F8-B155-6F5862873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750126"/>
            <a:ext cx="10381205" cy="3261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5E088-72B1-425B-B53B-81B134826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799E-EB8E-4038-8063-81BB57C732D4}" type="datetime1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0451-8BF9-48B2-8E6A-9E15C833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196E-3A76-4417-BFD8-4400D16E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21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CFB183B-99B9-4420-AB2D-0705685105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6DF62B9-1876-4EEB-929D-B46F98265E34}"/>
              </a:ext>
            </a:extLst>
          </p:cNvPr>
          <p:cNvSpPr/>
          <p:nvPr/>
        </p:nvSpPr>
        <p:spPr>
          <a:xfrm>
            <a:off x="0" y="-2"/>
            <a:ext cx="12192000" cy="3862064"/>
          </a:xfrm>
          <a:prstGeom prst="rect">
            <a:avLst/>
          </a:prstGeom>
          <a:ln>
            <a:noFill/>
          </a:ln>
          <a:effectLst>
            <a:outerShdw blurRad="203200" dist="127000" dir="5460000" sx="96000" sy="96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F0E4DD-839A-4BD2-B5FA-FF319E87D037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92C2FB-E558-4132-AAF5-EFCED014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2056"/>
            <a:ext cx="10380572" cy="257694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20424-DA4E-467F-AC0A-D44192A54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7" y="4202832"/>
            <a:ext cx="10395116" cy="178926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39F9C-ADA9-4225-9D74-193A8894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217A73C3-B243-44D3-809D-EF8FDFBD85D4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7DEC-B96B-4D69-8B62-5156FDA6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F4AC1-9934-43DC-B9AC-322612A7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BDA60A-39CD-41D4-8AE5-0FB7FD78559C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00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AF84-4A19-4D9A-9B82-46BCBED4F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373DD-26AC-4E69-A17C-538D9C7C6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800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30C23-A75F-45DF-BCCF-760C533AC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7092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C3974-73EC-4F1B-9E92-0E279ABE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C9B6D3E3-28E2-4380-A113-67698215C5F8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0B3F2-3F28-42A3-9701-A6F01F1B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7A2FC-50E7-4972-9F28-E3AC4EF9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57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5F85-77E6-4F6D-9FFA-5D76201B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872836"/>
            <a:ext cx="10380572" cy="14270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C0DAE-58D1-45D9-9FC4-B0864E332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1" y="2713326"/>
            <a:ext cx="5023424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E63D7-9812-4EA1-A0A2-14D974311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801" y="3706091"/>
            <a:ext cx="5023424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5055B-04A0-47D3-90ED-135025F85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211" y="2713326"/>
            <a:ext cx="5048163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36E6E-8F64-49E6-B57C-86CF92D16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211" y="3706091"/>
            <a:ext cx="5048163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FBEAD-2827-40DA-8338-2D691325F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A9EFCB61-04AD-47C9-BF79-2BD8B9CEC07A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4B88D-9C6E-4A88-985C-3ED5057A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B6A32-2D15-425F-B6A9-146AFB5C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1B7C-9BD5-4CF8-BAEB-A6CB78DA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5F1D3-3353-4FC6-8854-51B0BFFD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35E0C-D585-492F-8146-7493F4086301}" type="datetime1">
              <a:rPr lang="en-US" smtClean="0"/>
              <a:t>10/10/2023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26CE6-6BEB-46DB-BD4B-9B8AE89A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1BCCC-8B3F-40B3-91D5-52E53B2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66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C0FBB6-4CCA-4358-9DD5-CDF2173E63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02559A-671A-4FDE-82C3-1CF8CFCF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48390-48B5-49AB-B019-A7C8FB8C31F6}" type="datetime1">
              <a:rPr lang="en-US" smtClean="0"/>
              <a:t>10/10/2023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14275-250D-437E-BAF1-5BB3CDE6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93BDE-2A52-4AA7-B222-0F25570E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6B771E-DDF7-430C-9462-BA1D3742C84E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900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F9A0B00-F6ED-4C3A-97DC-C2AF9D62EE8B}"/>
              </a:ext>
            </a:extLst>
          </p:cNvPr>
          <p:cNvSpPr/>
          <p:nvPr/>
        </p:nvSpPr>
        <p:spPr>
          <a:xfrm>
            <a:off x="79067" y="0"/>
            <a:ext cx="4998624" cy="6858000"/>
          </a:xfrm>
          <a:prstGeom prst="rect">
            <a:avLst/>
          </a:prstGeom>
          <a:ln>
            <a:noFill/>
          </a:ln>
          <a:effectLst>
            <a:outerShdw blurRad="228600" dist="1143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3B025FD9-B9EF-4F5C-B67D-3485253B7A6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F545CD-A200-4C66-BF9A-9B839D0CE648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10916-EEE9-418C-B24A-EC09A6D22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537" y="872836"/>
            <a:ext cx="4560525" cy="228105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3A0F4-FD98-409E-B41A-5F4352C6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781" y="872837"/>
            <a:ext cx="4520593" cy="5140036"/>
          </a:xfrm>
        </p:spPr>
        <p:txBody>
          <a:bodyPr>
            <a:normAutofit/>
          </a:bodyPr>
          <a:lstStyle>
            <a:lvl1pPr algn="l">
              <a:defRPr sz="2800"/>
            </a:lvl1pPr>
            <a:lvl2pPr algn="l">
              <a:defRPr sz="24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ABF6F-6E7C-4B3F-B205-09361DA58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0537" y="3442854"/>
            <a:ext cx="4560525" cy="257694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198D-8500-4277-AA5D-3C3D8FDDC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962E767E-8A14-4E70-91B9-2101CBC4D7BD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D219F-027A-4632-9FB0-BD098D56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79253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0C82B-C7DC-434D-8768-DE9D1176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8CCC603-9605-46C8-9034-8DAE6AC40DD9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BBF1D9-8F8F-45A3-BDB4-952D0FB20A4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906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CBEB8797-B080-41A6-B14E-8DC7F0F27E4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C6C7272-A552-46B3-992F-F5ADD5AA2443}"/>
              </a:ext>
            </a:extLst>
          </p:cNvPr>
          <p:cNvSpPr/>
          <p:nvPr/>
        </p:nvSpPr>
        <p:spPr>
          <a:xfrm>
            <a:off x="-1" y="0"/>
            <a:ext cx="6087677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F6AD1-1E6C-46AF-8431-6627180F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733" y="858981"/>
            <a:ext cx="4556749" cy="2281052"/>
          </a:xfrm>
        </p:spPr>
        <p:txBody>
          <a:bodyPr anchor="b"/>
          <a:lstStyle>
            <a:lvl1pPr>
              <a:def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A91F9-760E-4CF4-8A03-FA1482C35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59826" y="865909"/>
            <a:ext cx="4582548" cy="512618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9A9D5-BA6E-4C4A-88A0-5BB86958B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733" y="3429000"/>
            <a:ext cx="4556749" cy="2590800"/>
          </a:xfrm>
        </p:spPr>
        <p:txBody>
          <a:bodyPr/>
          <a:lstStyle>
            <a:lvl1pPr marL="0" indent="0"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6899E-70A1-4EFB-87EC-6C4F3BC0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01AF0C4B-5A4A-45CA-ABEC-10F107160D33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34B05-4931-4BC8-BD43-9E6B944B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ABE5D-7EA4-4D33-B23E-52E640CB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F0DB5EA-94EC-4DB5-B8E5-B454005C1552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99FF82-B951-46E6-AEA7-0993C867FB6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793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69F7-12D5-40F0-88F0-33D60AEB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BB511-E79D-41D8-AF91-14A5C803F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05DFA-4DAF-4B30-8032-503081AE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B8189-0D9C-48A6-9FA3-862227B094CE}" type="datetime1">
              <a:rPr lang="en-US" smtClean="0"/>
              <a:t>10/10/2023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4FBF5-16C0-46A0-916A-4910C1B6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EA6-7E48-454C-887A-0EF3356F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4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312BAB-A07B-4FEA-8EB5-A7BD8B24C6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45A432-7E52-48B5-A8BB-13EED592E35A}"/>
              </a:ext>
            </a:extLst>
          </p:cNvPr>
          <p:cNvSpPr/>
          <p:nvPr/>
        </p:nvSpPr>
        <p:spPr>
          <a:xfrm>
            <a:off x="7813964" y="0"/>
            <a:ext cx="4378036" cy="6858000"/>
          </a:xfrm>
          <a:prstGeom prst="rect">
            <a:avLst/>
          </a:prstGeom>
          <a:ln>
            <a:noFill/>
          </a:ln>
          <a:effectLst>
            <a:outerShdw blurRad="254000" dist="152400" dir="106800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6288B6-16BD-4DEE-9187-C78963ED1D8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259F7B-ED77-4251-A424-93712C6F5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139544" y="872836"/>
            <a:ext cx="2521527" cy="5119256"/>
          </a:xfrm>
        </p:spPr>
        <p:txBody>
          <a:bodyPr vert="eaVert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95692-9BD0-4EB9-B344-9A6945DB0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6746" y="872836"/>
            <a:ext cx="6634169" cy="5119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28527-7CED-4CF3-A260-649685D2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26ADDCAE-6443-42C3-9C19-F95985500186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17F65-E517-4B50-B559-FD7D59F3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581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D40B7-46EE-49D9-BE89-7E101F80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5031BF-2EA5-4128-B6AF-2D0F5A10109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791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38E7D36-B1C9-463C-983F-AEA5810A60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B9A221-B33F-47C2-85FF-2C8F363D797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0E0EF1-7626-4514-9337-271DD661B1E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F0B1492-9A00-4F80-8771-0BB2C2C4353C}"/>
              </a:ext>
            </a:extLst>
          </p:cNvPr>
          <p:cNvSpPr/>
          <p:nvPr/>
        </p:nvSpPr>
        <p:spPr>
          <a:xfrm>
            <a:off x="0" y="-2"/>
            <a:ext cx="12188952" cy="2544415"/>
          </a:xfrm>
          <a:prstGeom prst="rect">
            <a:avLst/>
          </a:prstGeom>
          <a:ln>
            <a:noFill/>
          </a:ln>
          <a:effectLst>
            <a:outerShdw blurRad="190500" dist="1270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62805-4F8E-44FE-905C-2C3F1A2B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5021C-0380-49AA-ADA1-A8B473FBF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9" y="2750126"/>
            <a:ext cx="10381205" cy="3261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A2409-F298-40BF-BFAC-65A3E71D2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2481" y="624007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989806E-8E94-473C-AEE7-BE6F15F85533}" type="datetime1">
              <a:rPr lang="en-US" smtClean="0"/>
              <a:t>10/10/2023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799D8-4DBF-4BB2-8D2B-65592ADC9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481" y="23619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99666-11C3-48A1-966C-439EBF9D9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9782" y="235881"/>
            <a:ext cx="75674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smtClean="0">
                <a:solidFill>
                  <a:schemeClr val="tx1"/>
                </a:solidFill>
                <a:latin typeface="Bierstadt" panose="020B0504020202020204" pitchFamily="34" charset="0"/>
                <a:ea typeface="+mn-ea"/>
                <a:cs typeface="+mn-cs"/>
              </a:defRPr>
            </a:lvl1pPr>
          </a:lstStyle>
          <a:p>
            <a:fld id="{B4A918BC-4D43-4B42-B3C0-E7EBE25E6AF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FAC7B62-8ACC-41ED-80AB-8D1CDF38B9E4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5FF525-9A83-4625-99D9-B267BDE077E7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183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39E0238D-E295-49BE-9BFE-E9189D69E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D85E9A4A-0183-4A3C-B68E-A22927891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095999" cy="6858000"/>
          </a:xfrm>
          <a:prstGeom prst="rect">
            <a:avLst/>
          </a:prstGeom>
          <a:solidFill>
            <a:schemeClr val="bg2">
              <a:lumMod val="9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3A48C6C-3CC4-4EE5-A773-EC1EB7F59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  <a:effectLst>
            <a:outerShdw blurRad="596900" dist="330200" dir="8820000" sx="87000" sy="87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54A44F-830F-B048-5476-260B8778C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0233" y="2579129"/>
            <a:ext cx="4709550" cy="3433149"/>
          </a:xfrm>
        </p:spPr>
        <p:txBody>
          <a:bodyPr anchor="ctr">
            <a:normAutofit/>
          </a:bodyPr>
          <a:lstStyle/>
          <a:p>
            <a:r>
              <a:rPr lang="en-US" dirty="0"/>
              <a:t>Week6 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6000" cy="1874237"/>
          </a:xfrm>
          <a:prstGeom prst="rect">
            <a:avLst/>
          </a:prstGeom>
          <a:ln>
            <a:noFill/>
          </a:ln>
          <a:effectLst>
            <a:outerShdw blurRad="254000" dist="127000" dir="546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066A07-3C4E-31F4-D02A-04412B34E0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4796" y="293427"/>
            <a:ext cx="4452371" cy="1392072"/>
          </a:xfrm>
        </p:spPr>
        <p:txBody>
          <a:bodyPr anchor="b">
            <a:normAutofit/>
          </a:bodyPr>
          <a:lstStyle/>
          <a:p>
            <a:r>
              <a:rPr lang="en-US" dirty="0"/>
              <a:t>Programming Concepts with JavaScript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92E2D3D6-A70D-0805-2666-267F866469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768" r="13122" b="2"/>
          <a:stretch/>
        </p:blipFill>
        <p:spPr>
          <a:xfrm>
            <a:off x="20" y="-1"/>
            <a:ext cx="6095978" cy="685799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2DAFA4-5D2E-4391-AD38-B26F579F4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98588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51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F61DE-DF8B-89D9-10B8-37B122A50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FA373-88C2-691A-B851-95191A415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750126"/>
            <a:ext cx="10381205" cy="401643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Introduction to React</a:t>
            </a:r>
          </a:p>
          <a:p>
            <a:r>
              <a:rPr lang="en-US" dirty="0"/>
              <a:t>Components in React</a:t>
            </a:r>
          </a:p>
          <a:p>
            <a:r>
              <a:rPr lang="en-US" dirty="0"/>
              <a:t>	Types: Class &amp; Function</a:t>
            </a:r>
          </a:p>
          <a:p>
            <a:r>
              <a:rPr lang="en-US" dirty="0"/>
              <a:t>What you should already know</a:t>
            </a:r>
          </a:p>
          <a:p>
            <a:r>
              <a:rPr lang="en-US" dirty="0"/>
              <a:t>Writing our first React Project </a:t>
            </a:r>
          </a:p>
          <a:p>
            <a:r>
              <a:rPr lang="en-US" dirty="0"/>
              <a:t>Why React</a:t>
            </a:r>
          </a:p>
          <a:p>
            <a:r>
              <a:rPr lang="en-US" dirty="0"/>
              <a:t>	MPA &amp; SPA</a:t>
            </a:r>
          </a:p>
          <a:p>
            <a:r>
              <a:rPr lang="en-US" dirty="0"/>
              <a:t>Folder Structure of React App</a:t>
            </a:r>
          </a:p>
          <a:p>
            <a:r>
              <a:rPr lang="en-US" dirty="0"/>
              <a:t>JSX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119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871BE-C1EE-F884-6759-F8E1F7BEA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E3948-4F89-7093-638B-F22321F21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A JavaScript Library for building User Interfaces!</a:t>
            </a:r>
          </a:p>
        </p:txBody>
      </p:sp>
    </p:spTree>
    <p:extLst>
      <p:ext uri="{BB962C8B-B14F-4D97-AF65-F5344CB8AC3E}">
        <p14:creationId xmlns:p14="http://schemas.microsoft.com/office/powerpoint/2010/main" val="3683014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7B34-50E5-25BC-FF46-1AC41D58E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43C5F-C4A1-8C81-5A3A-DD4D978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Re-usable content holders!</a:t>
            </a:r>
          </a:p>
          <a:p>
            <a:endParaRPr lang="en-US" dirty="0"/>
          </a:p>
          <a:p>
            <a:r>
              <a:rPr lang="en-US" dirty="0"/>
              <a:t>Netflix, </a:t>
            </a:r>
            <a:r>
              <a:rPr lang="en-US" dirty="0" err="1"/>
              <a:t>udemy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/>
              <a:t>Class components ( a bit of legacy ones – but we might get a little introduction of them too)</a:t>
            </a:r>
          </a:p>
          <a:p>
            <a:r>
              <a:rPr lang="en-US" dirty="0"/>
              <a:t>Function components ( used by most modern day programmers )</a:t>
            </a:r>
          </a:p>
        </p:txBody>
      </p:sp>
    </p:spTree>
    <p:extLst>
      <p:ext uri="{BB962C8B-B14F-4D97-AF65-F5344CB8AC3E}">
        <p14:creationId xmlns:p14="http://schemas.microsoft.com/office/powerpoint/2010/main" val="1356718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05B72-99FF-DDA1-8676-151307A34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should already know!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FD96A-FAEF-CB8F-28CE-B2E37476E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HTML, CSS obviously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r>
              <a:rPr lang="en-US" dirty="0"/>
              <a:t>JS basics Data types, variables, functions, loops etc.</a:t>
            </a:r>
          </a:p>
          <a:p>
            <a:r>
              <a:rPr lang="en-US" dirty="0"/>
              <a:t>JS advanced: Promises &amp; Asynchronous Programming (we will discuss in upcoming front end sessions) </a:t>
            </a:r>
          </a:p>
          <a:p>
            <a:r>
              <a:rPr lang="en-US" dirty="0"/>
              <a:t>Array methods like </a:t>
            </a:r>
            <a:r>
              <a:rPr lang="en-US" dirty="0" err="1"/>
              <a:t>forEach</a:t>
            </a:r>
            <a:r>
              <a:rPr lang="en-US" dirty="0"/>
              <a:t> and map() and filter() etc.</a:t>
            </a:r>
          </a:p>
          <a:p>
            <a:r>
              <a:rPr lang="en-US" dirty="0"/>
              <a:t>Fetch API and making HTTP requests.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715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04AA2-3245-F261-375D-4C56EC203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React project!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82E94-18B5-9FB6-6C79-80162E603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Wait… let’s talk about State (an object that determines how a component renders and behaves)</a:t>
            </a:r>
          </a:p>
          <a:p>
            <a:endParaRPr lang="en-US" dirty="0"/>
          </a:p>
          <a:p>
            <a:r>
              <a:rPr lang="en-US" dirty="0"/>
              <a:t>Prior to React 16 we had to use class based components to use state!</a:t>
            </a:r>
          </a:p>
          <a:p>
            <a:endParaRPr lang="en-US" dirty="0"/>
          </a:p>
          <a:p>
            <a:r>
              <a:rPr lang="en-US" dirty="0"/>
              <a:t>NOW, we can use functional components with HOOKS.</a:t>
            </a:r>
          </a:p>
        </p:txBody>
      </p:sp>
    </p:spTree>
    <p:extLst>
      <p:ext uri="{BB962C8B-B14F-4D97-AF65-F5344CB8AC3E}">
        <p14:creationId xmlns:p14="http://schemas.microsoft.com/office/powerpoint/2010/main" val="3353221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8631A-F48D-2442-CA6D-2DD1AEDE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now make our first React Project!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B064C-229B-C4CB-3E6C-A8731CFBA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npx</a:t>
            </a:r>
            <a:r>
              <a:rPr lang="en-US" dirty="0"/>
              <a:t> create-react-app </a:t>
            </a:r>
            <a:r>
              <a:rPr lang="en-US" dirty="0" err="1"/>
              <a:t>firstapp</a:t>
            </a:r>
            <a:endParaRPr lang="en-US" dirty="0"/>
          </a:p>
          <a:p>
            <a:endParaRPr lang="en-US" dirty="0"/>
          </a:p>
          <a:p>
            <a:r>
              <a:rPr lang="en-US" b="1" i="1" dirty="0"/>
              <a:t>Familiarize yourself with the folder issues here!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607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ACC9C-3913-933B-F665-D661E3A8D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249AC-5371-71F7-66AB-9569BED86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Multipage &amp; Single Page Applications!</a:t>
            </a:r>
          </a:p>
          <a:p>
            <a:endParaRPr lang="en-US" dirty="0"/>
          </a:p>
          <a:p>
            <a:r>
              <a:rPr lang="en-US" dirty="0"/>
              <a:t>What is a “Single page” here?</a:t>
            </a:r>
          </a:p>
          <a:p>
            <a:endParaRPr lang="en-US" dirty="0"/>
          </a:p>
          <a:p>
            <a:r>
              <a:rPr lang="en-US" dirty="0"/>
              <a:t>Only ONE HTML page, Content is (re)rendered on Client! </a:t>
            </a:r>
          </a:p>
        </p:txBody>
      </p:sp>
    </p:spTree>
    <p:extLst>
      <p:ext uri="{BB962C8B-B14F-4D97-AF65-F5344CB8AC3E}">
        <p14:creationId xmlns:p14="http://schemas.microsoft.com/office/powerpoint/2010/main" val="1773413576"/>
      </p:ext>
    </p:extLst>
  </p:cSld>
  <p:clrMapOvr>
    <a:masterClrMapping/>
  </p:clrMapOvr>
</p:sld>
</file>

<file path=ppt/theme/theme1.xml><?xml version="1.0" encoding="utf-8"?>
<a:theme xmlns:a="http://schemas.openxmlformats.org/drawingml/2006/main" name="BevelVTI">
  <a:themeElements>
    <a:clrScheme name="AnalogousFromLightSeedRightStep">
      <a:dk1>
        <a:srgbClr val="000000"/>
      </a:dk1>
      <a:lt1>
        <a:srgbClr val="FFFFFF"/>
      </a:lt1>
      <a:dk2>
        <a:srgbClr val="41242F"/>
      </a:dk2>
      <a:lt2>
        <a:srgbClr val="E2E8E6"/>
      </a:lt2>
      <a:accent1>
        <a:srgbClr val="CA93A7"/>
      </a:accent1>
      <a:accent2>
        <a:srgbClr val="BE7E7B"/>
      </a:accent2>
      <a:accent3>
        <a:srgbClr val="C09E7F"/>
      </a:accent3>
      <a:accent4>
        <a:srgbClr val="ACA56F"/>
      </a:accent4>
      <a:accent5>
        <a:srgbClr val="9BA97B"/>
      </a:accent5>
      <a:accent6>
        <a:srgbClr val="82AE70"/>
      </a:accent6>
      <a:hlink>
        <a:srgbClr val="568F7A"/>
      </a:hlink>
      <a:folHlink>
        <a:srgbClr val="7F7F7F"/>
      </a:folHlink>
    </a:clrScheme>
    <a:fontScheme name="Custom 53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velVTI" id="{C9E5F598-602B-46C1-AA16-073CEB959654}" vid="{2AE1FD39-65AD-4D34-93E9-C7019D0ECBA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FA29CD42548345BF7AD8289B649807" ma:contentTypeVersion="16" ma:contentTypeDescription="Create a new document." ma:contentTypeScope="" ma:versionID="5d6e2fb274f35dce4e1768f1f2478a71">
  <xsd:schema xmlns:xsd="http://www.w3.org/2001/XMLSchema" xmlns:xs="http://www.w3.org/2001/XMLSchema" xmlns:p="http://schemas.microsoft.com/office/2006/metadata/properties" xmlns:ns3="044ca11b-8123-43f4-bb6d-87b29a109dcd" xmlns:ns4="3411811a-9679-404d-9a25-72d18bdd7fe0" targetNamespace="http://schemas.microsoft.com/office/2006/metadata/properties" ma:root="true" ma:fieldsID="c4d2fd3f9c2200ba90f1e0e671bdf0c6" ns3:_="" ns4:_="">
    <xsd:import namespace="044ca11b-8123-43f4-bb6d-87b29a109dcd"/>
    <xsd:import namespace="3411811a-9679-404d-9a25-72d18bdd7fe0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4ca11b-8123-43f4-bb6d-87b29a109dc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11811a-9679-404d-9a25-72d18bdd7f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411811a-9679-404d-9a25-72d18bdd7fe0" xsi:nil="true"/>
  </documentManagement>
</p:properties>
</file>

<file path=customXml/itemProps1.xml><?xml version="1.0" encoding="utf-8"?>
<ds:datastoreItem xmlns:ds="http://schemas.openxmlformats.org/officeDocument/2006/customXml" ds:itemID="{7B53C227-0236-46C4-A8D1-8FD69E8F6A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4ca11b-8123-43f4-bb6d-87b29a109dcd"/>
    <ds:schemaRef ds:uri="3411811a-9679-404d-9a25-72d18bdd7f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8BB6B1C-BAF3-481B-9730-CAD213F6DD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AA77F1-D886-4759-9B03-D44DA3069A71}">
  <ds:schemaRefs>
    <ds:schemaRef ds:uri="http://www.w3.org/XML/1998/namespace"/>
    <ds:schemaRef ds:uri="3411811a-9679-404d-9a25-72d18bdd7fe0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044ca11b-8123-43f4-bb6d-87b29a109dcd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246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Bierstadt</vt:lpstr>
      <vt:lpstr>BevelVTI</vt:lpstr>
      <vt:lpstr>Week6 </vt:lpstr>
      <vt:lpstr>Agenda</vt:lpstr>
      <vt:lpstr>React</vt:lpstr>
      <vt:lpstr>Components</vt:lpstr>
      <vt:lpstr>What you should already know!</vt:lpstr>
      <vt:lpstr>First React project!</vt:lpstr>
      <vt:lpstr>Let’s now make our first React Project!</vt:lpstr>
      <vt:lpstr>Why React?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Week1</dc:title>
  <dc:creator>Noman Atique</dc:creator>
  <cp:lastModifiedBy>Noman  Atique</cp:lastModifiedBy>
  <cp:revision>27</cp:revision>
  <dcterms:created xsi:type="dcterms:W3CDTF">2023-09-12T14:31:26Z</dcterms:created>
  <dcterms:modified xsi:type="dcterms:W3CDTF">2023-10-10T15:24:39Z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0x010100BBFA29CD42548345BF7AD8289B649807</vt:lpwstr>
  </property>
</Properties>
</file>